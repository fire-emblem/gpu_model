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E0E0"/>
                </a:solidFill>
                <a:latin typeface="Microsoft YaHei"/>
              </a:defRPr>
            </a:pPr>
            <a:r>
              <a:t>gpu_model 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0"/>
                </a:solidFill>
                <a:latin typeface="Microsoft YaHei"/>
              </a:defRPr>
            </a:pPr>
            <a:r>
              <a:t>面向 AMD/GCN GPU 的轻量级功能模型与 Cycle 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C0"/>
                </a:solidFill>
                <a:latin typeface="Microsoft YaHei"/>
              </a:defRPr>
            </a:pPr>
            <a:r>
              <a:t>gpu_model team  |  2026-05-07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926080"/>
            <a:ext cx="36576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E0E0"/>
                </a:solidFill>
                <a:latin typeface="Microsoft YaHei"/>
              </a:defRPr>
            </a:pPr>
            <a:r>
              <a:t>Outline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" y="146304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488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项目定位与核心能力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05740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828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五层架构设计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65176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771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三种执行模式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24612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715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GCN 硬件对齐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84048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865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Plan-Commit 协议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43484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60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GCN 语义间隙分析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029200"/>
            <a:ext cx="411480" cy="41148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54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设计原则与优化方向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项目定位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项目定位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面向 AMD/GCN 风格 GPU kernel 的轻量级 C++ 功能模型与 naive cycle 模型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不是硬件级精准复刻，而是可执行、可追踪、可扩展的分析平台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三大核心能力：功能正确性（st/mt）、时序近似（cycle）、可观测性（trace）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应用场景：算子库优化、编译器 codegen 比较、硬件参数变更评估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五层架构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五层架构：Runtime → Program → Instruction → Execution →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63040" y="201168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310896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3040" y="420624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层间数据流与依赖规则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数据流：Runtime 接收 HIP launch → Program 加载/解析 → Instruction 解码生成语义计划 → Execution 驱动 wave → State 记录状态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依赖规则：上层依赖下层，下层不依赖上层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Trace 只消费事件，不参与业务决策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GPU_MODEL_DISABLE_TRACE=1 时执行行为完全一致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三种执行模式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三种执行模式对比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Microsoft YaHei"/>
              </a:defRPr>
            </a:pPr>
            <a:r>
              <a:t>Functional（功能模型）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ST：单线程确定性语义参考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MT：Marl fiber 多线程并行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4-cycle issue quantum 虚拟计数器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适用：语义验证、回归测试基线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Microsoft YaHei"/>
              </a:defRPr>
            </a:pPr>
            <a:r>
              <a:t>Cycle（时序模型）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Tick-driven 状态机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global_cycle 单一时间源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模拟硬件拓扑和 issue 调度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适用：写法对比、策略比较、参数扫描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25400" cy="45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Cycle 模型关键设计约束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只有一种时间轴，不存在 cycle st / cycle mt 变体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global_cycle 是调度时间，wave_cycle 仅用于 per-wave 累计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Cycle 字段为模型时间，不是物理时间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未经校准不可直接对比硬件性能数据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GCN 硬件对齐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GCN 硬件拓扑模型（MAC500）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Device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310896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63040" y="420624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63040" y="530352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MAC500 资源规格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资源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规格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DPC 数量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AP / DPC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PEU / AP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Resident wave slots / PEU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Resident blocks / AP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Barrier slots / AP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Max issuable waves / PEU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Issue 调度：Eligible → Selected → Issue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1691640"/>
            <a:ext cx="128016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Issue 调度策略与资源限制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Microsoft YaHei"/>
              </a:defRPr>
            </a:pPr>
            <a:r>
              <a:t>Wave-Order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RoundRobin（默认）：RR 旋转 + cursor 前移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OldestFirst：按 age_order_key 升序选择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Eligible ≠ Issue：候选不等于发射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同一 bundle 内同一 wave_id 最多选一次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C3F7"/>
                </a:solidFill>
                <a:latin typeface="Microsoft YaHei"/>
              </a:defRPr>
            </a:pPr>
            <a:r>
              <a:t>Issue Type/Group 限制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7 种 issue type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Branch / ScalarALU / VectorALU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VectorMem / LDS / GDS+Export / Special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type_to_group 映射实现互斥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25400" cy="45720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内存层次与 Waitcnt 四域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VGPR/SGPR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6240" y="1691640"/>
            <a:ext cx="128016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17920" y="1691640"/>
            <a:ext cx="128016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Waitcnt 机制与内存池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4 个等待域：Global / Shared / Private / ScalarBuffer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各域独立追踪 pending ops 计数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s_waitcnt 设置阈值，memory arrive 递减计数并检查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8 种内存池通过高位地址区分（Global/Constant/Shared/Private/Managed/Kernarg/Code/RawData）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Plan-Commit 协议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指令执行：Instruction → BuildPlan → OpPlan → Commit → State Mutation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Instruction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06240" y="1691640"/>
            <a:ext cx="128016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17920" y="1691640"/>
            <a:ext cx="128016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1691640"/>
            <a:ext cx="1280160" cy="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OpPlan 结构设计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issue_cycles：指令执行周期（默认 4）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寄存器写：scalar_writes / vector_writes / exec_write / cmask_write / smask_write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内存请求：MemoryRequest（含 per-lane 地址/值/大小）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控制流：branch_target / sync_barrier / wait_cnt / exit_wave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OpPlan 是纯数据，不持有状态引用，保证可追踪可回滚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Wave 生命周期状态机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Generate 128cy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6888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76072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68580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46888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566160"/>
            <a:ext cx="1463040" cy="640080"/>
          </a:xfrm>
          <a:prstGeom prst="roundRect">
            <a:avLst/>
          </a:prstGeom>
          <a:solidFill>
            <a:srgbClr val="2A2A45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0E0"/>
                </a:solidFill>
                <a:latin typeface="Microsoft YaHei"/>
              </a:defRPr>
            </a:pPr>
            <a:r>
              <a:t>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0" y="310896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63040" y="420624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63040" y="530352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63040" y="5303520"/>
            <a:ext cx="0" cy="187452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63040" y="1691640"/>
            <a:ext cx="2011680" cy="297180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463040" y="2788920"/>
            <a:ext cx="2011680" cy="297180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63040" y="2788920"/>
            <a:ext cx="2011680" cy="406908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474720" y="2011680"/>
            <a:ext cx="0" cy="77724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463040" y="3108960"/>
            <a:ext cx="2011680" cy="187452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4560" y="3886200"/>
            <a:ext cx="1280160" cy="1097280"/>
          </a:xfrm>
          <a:prstGeom prst="line">
            <a:avLst/>
          </a:prstGeom>
          <a:ln w="2540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GCN 语义间隙分析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已对齐的 GCN 语义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语义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实现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Wave 64-lane 模型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kWaveSize=64, exec mask per-lane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SGPR/VGPR/AGPR 寄存器文件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独立文件，支持读写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Waitcnt 4 域等待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Global/Shared/Private/ScalarBuffer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Barrier 同步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barrier_generation + arrivals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Issue type/group 限制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7 type + group 映射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RR/OldestFirst 调度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可配置 wave-order policy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L1/L2 cache 延迟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CacheModel per AP + shared L2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需要增强的语义（P1 优先级）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语义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SIMD 执行单元绑定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PEU 内 wave 共享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真实 GCN wave 绑定特定 SIMD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VGPR 分配与占用率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无 VGPR 数量限制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VGPR 数量决定 resident wave 数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Shared bank conflict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模型存在但默认关闭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32 bank × 4B, conflict 序列化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需要增强的语义（P2 优先级）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语义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Issue pipeline 深度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单周期 issue 假设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真实 GCN 多级 pipeline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Scalar L1 cache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未区分 scalar/vector 路径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GCN 有独立 scalar cache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Waitcnt 指令级延迟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按 cache latency 计算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与指令类型/地址模式相关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Wave 完成/退出同步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单 wave exit 即可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需 signal release 协议</a:t>
                      </a:r>
                    </a:p>
                  </a:txBody>
                  <a:tcPr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MFMA 完整语义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有基础支持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Microsoft YaHei"/>
                        </a:defRPr>
                      </a:pPr>
                      <a:r>
                        <a:t>需更完整 matrix 寄存器操作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设计原则与优化方向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五大设计原则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Plan-Commit 分离：指令生成计划，commit logic 统一应用，状态变更可追踪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Trace 只消费：trace 订阅事件不影响执行路径，可完全禁用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Spec 驱动配置：硬件参数通过 GpuArchSpec 配置，不在引擎中硬编码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Eligible ≠ Issue：wave 候选不等于最终发射，调度器按 policy 选择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模型时间 ≠ 物理时间：cycle 为模型计数器，未经校准不可对比硬件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0E0E0"/>
                </a:solidFill>
                <a:latin typeface="Microsoft YaHei"/>
              </a:defRPr>
            </a:pPr>
            <a:r>
              <a:t>架构优化方向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Cost model 细化：引入 per-opcode 精确延迟，替代 class 级覆盖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Topology 资源模型：AP/PEU 资源仲裁更精确反映硬件调度窗口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Memory arrival 精度：per-request 实际完成时间替代 cache latency 阈值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Wave switch 代价：与 VGPR 占用关联，替代固定 1-cycle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Multi-kernel 并发：支持多 kernel 并发执行和抢占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E0E0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C0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